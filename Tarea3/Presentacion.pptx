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" dt="2026-08-21T17:38:52.183"/>
    <p1510:client id="{03A749F9-3264-5E51-5F5E-4458DAC96306}" v="105" dt="2026-08-21T18:22:30.656"/>
    <p1510:client id="{18289D9B-C3C7-0B73-EC4E-5042641EC882}" v="153" dt="2026-08-19T22:04:26.863"/>
    <p1510:client id="{3A0E962A-5F6E-C9CA-0E21-64F5D2730CAB}" v="284" dt="2026-08-21T18:38:10.898"/>
    <p1510:client id="{6E6C58FD-9DEA-897A-C6ED-62FD570BA92D}" v="5" dt="2026-08-19T21:31:43.970"/>
    <p1510:client id="{6ED1407F-3C3C-3D58-9222-876B753A87F4}" v="22" dt="2026-08-21T18:00:13.419"/>
    <p1510:client id="{8EC538BE-5D77-9AEA-43DE-2FE788185C83}" v="86" dt="2026-08-21T17:31:10.228"/>
    <p1510:client id="{B2D329D7-2029-8673-08BC-DBF195CB53A9}" v="853" dt="2026-08-19T22:06:04.101"/>
    <p1510:client id="{BC4C6F5A-21E0-7B96-9165-C31DED47B52B}" v="1" dt="2026-08-19T19:46:20.630"/>
    <p1510:client id="{C05386C7-EFB9-FC86-07F8-C1A3371BE516}" v="6" dt="2026-08-19T19:48:10.714"/>
    <p1510:client id="{CE4EB68F-A2B4-5043-AEBA-0603A7DC6741}" v="28" dt="2026-08-19T20:29:45.816"/>
    <p1510:client id="{F433F3EE-BC7E-2EF5-0E80-BD0D620D5B1B}" v="53" dt="2026-08-21T18:35:15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B4FE604-FC7E-B8DF-FD73-D310CA702F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674058"/>
              </p:ext>
            </p:extLst>
          </p:nvPr>
        </p:nvGraphicFramePr>
        <p:xfrm>
          <a:off x="416943" y="575094"/>
          <a:ext cx="11492545" cy="58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2545">
                  <a:extLst>
                    <a:ext uri="{9D8B030D-6E8A-4147-A177-3AD203B41FA5}">
                      <a16:colId xmlns:a16="http://schemas.microsoft.com/office/drawing/2014/main" val="3549701044"/>
                    </a:ext>
                  </a:extLst>
                </a:gridCol>
              </a:tblGrid>
              <a:tr h="146148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0" i="0" u="none" strike="noStrike" noProof="0">
                          <a:solidFill>
                            <a:schemeClr val="bg1"/>
                          </a:solidFill>
                          <a:latin typeface="Aptos Display"/>
                        </a:rPr>
                        <a:t>Gestion de Usuario, Accesos y permisos</a:t>
                      </a:r>
                      <a:endParaRPr lang="es-ES" sz="4400" b="0" i="0" u="none" strike="noStrike" noProof="0">
                        <a:solidFill>
                          <a:schemeClr val="bg1"/>
                        </a:solidFill>
                        <a:latin typeface="Aptos Display"/>
                      </a:endParaRPr>
                    </a:p>
                    <a:p>
                      <a:pPr lvl="0">
                        <a:buNone/>
                      </a:pPr>
                      <a:endParaRPr lang="es-E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032223"/>
                  </a:ext>
                </a:extLst>
              </a:tr>
              <a:tr h="1461480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Escenario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: Cambio de area</a:t>
                      </a:r>
                    </a:p>
                    <a:p>
                      <a:pPr lvl="0" algn="l">
                        <a:buNone/>
                      </a:pPr>
                      <a:endParaRPr lang="es-E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42442"/>
                  </a:ext>
                </a:extLst>
              </a:tr>
              <a:tr h="1461480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Perfil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 de </a:t>
                      </a: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usuario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: Javier Zamarrón Ramírez</a:t>
                      </a:r>
                    </a:p>
                    <a:p>
                      <a:pPr lvl="0">
                        <a:buNone/>
                      </a:pPr>
                      <a:endParaRPr lang="es-E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259761"/>
                  </a:ext>
                </a:extLst>
              </a:tr>
              <a:tr h="1461480"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Herramientas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 : Uso de Correo, Drive , </a:t>
                      </a: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Carpetas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 </a:t>
                      </a:r>
                      <a:r>
                        <a:rPr lang="en-US" sz="2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compartidas</a:t>
                      </a:r>
                      <a:r>
                        <a:rPr lang="en-US" sz="2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 y Excel </a:t>
                      </a:r>
                    </a:p>
                    <a:p>
                      <a:pPr lvl="0">
                        <a:buNone/>
                      </a:pPr>
                      <a:endParaRPr lang="es-E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530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53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AF1B17AF-9D9F-67ED-EBAB-258F675FA6EC}"/>
              </a:ext>
            </a:extLst>
          </p:cNvPr>
          <p:cNvSpPr/>
          <p:nvPr/>
        </p:nvSpPr>
        <p:spPr>
          <a:xfrm>
            <a:off x="5551760" y="2946230"/>
            <a:ext cx="546372" cy="23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ED90AC-2EF7-1421-ACEC-03B60A42F6A8}"/>
              </a:ext>
            </a:extLst>
          </p:cNvPr>
          <p:cNvSpPr txBox="1"/>
          <p:nvPr/>
        </p:nvSpPr>
        <p:spPr>
          <a:xfrm>
            <a:off x="2242353" y="5614098"/>
            <a:ext cx="9842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TICKET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073124-978A-4703-A802-E0DAA1FA8F40}"/>
              </a:ext>
            </a:extLst>
          </p:cNvPr>
          <p:cNvSpPr txBox="1"/>
          <p:nvPr/>
        </p:nvSpPr>
        <p:spPr>
          <a:xfrm>
            <a:off x="8220974" y="5614097"/>
            <a:ext cx="1522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VALIDACIÓN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A63E472-9845-9DFA-4A0A-1D8A0A4A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4" y="898123"/>
            <a:ext cx="4608110" cy="458408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A10B930-0D94-EDE2-4F0B-77E44E4F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84" y="892725"/>
            <a:ext cx="5431185" cy="432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1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D90F9EA-287D-75B0-76BA-F8C2B304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416" y="577576"/>
            <a:ext cx="6497294" cy="289741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43BEBCC-CE13-65BA-4A3C-27323D3D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416" y="577576"/>
            <a:ext cx="6497294" cy="2897413"/>
          </a:xfrm>
          <a:prstGeom prst="rect">
            <a:avLst/>
          </a:prstGeom>
        </p:spPr>
      </p:pic>
      <p:sp>
        <p:nvSpPr>
          <p:cNvPr id="5" name="CuadroTexto 8">
            <a:extLst>
              <a:ext uri="{FF2B5EF4-FFF2-40B4-BE49-F238E27FC236}">
                <a16:creationId xmlns:a16="http://schemas.microsoft.com/office/drawing/2014/main" id="{89B52536-155E-A12D-3BA4-D3A8A0950037}"/>
              </a:ext>
            </a:extLst>
          </p:cNvPr>
          <p:cNvSpPr txBox="1"/>
          <p:nvPr/>
        </p:nvSpPr>
        <p:spPr>
          <a:xfrm>
            <a:off x="4900111" y="210259"/>
            <a:ext cx="2387939" cy="3812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ACCION EJECUTADA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D287BFB-0072-44D3-6B2A-CAA6B5E8B8AE}"/>
              </a:ext>
            </a:extLst>
          </p:cNvPr>
          <p:cNvSpPr/>
          <p:nvPr/>
        </p:nvSpPr>
        <p:spPr>
          <a:xfrm rot="5400000">
            <a:off x="5694635" y="3779668"/>
            <a:ext cx="546372" cy="23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4841F2-DBB9-1734-A1CC-28EEC1F4B87F}"/>
              </a:ext>
            </a:extLst>
          </p:cNvPr>
          <p:cNvSpPr txBox="1"/>
          <p:nvPr/>
        </p:nvSpPr>
        <p:spPr>
          <a:xfrm>
            <a:off x="3834682" y="4247085"/>
            <a:ext cx="45092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Llamada de confirmación al: 55 32211304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C396B730-9E64-69CC-BFFD-7A9F8DECB8D8}"/>
              </a:ext>
            </a:extLst>
          </p:cNvPr>
          <p:cNvSpPr/>
          <p:nvPr/>
        </p:nvSpPr>
        <p:spPr>
          <a:xfrm rot="5400000">
            <a:off x="5694634" y="4767886"/>
            <a:ext cx="546372" cy="23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8">
            <a:extLst>
              <a:ext uri="{FF2B5EF4-FFF2-40B4-BE49-F238E27FC236}">
                <a16:creationId xmlns:a16="http://schemas.microsoft.com/office/drawing/2014/main" id="{B87B813D-58F4-F469-EEBD-D846D94D47FC}"/>
              </a:ext>
            </a:extLst>
          </p:cNvPr>
          <p:cNvSpPr txBox="1"/>
          <p:nvPr/>
        </p:nvSpPr>
        <p:spPr>
          <a:xfrm>
            <a:off x="1042486" y="4246478"/>
            <a:ext cx="1875971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CONFIRMACION USUARIO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455C51-629D-5F1E-D58B-88FDFEEE6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5348423"/>
            <a:ext cx="4512470" cy="1280840"/>
          </a:xfrm>
          <a:prstGeom prst="rect">
            <a:avLst/>
          </a:prstGeom>
        </p:spPr>
      </p:pic>
      <p:sp>
        <p:nvSpPr>
          <p:cNvPr id="12" name="CuadroTexto 8">
            <a:extLst>
              <a:ext uri="{FF2B5EF4-FFF2-40B4-BE49-F238E27FC236}">
                <a16:creationId xmlns:a16="http://schemas.microsoft.com/office/drawing/2014/main" id="{7DF03AF8-3CBC-351B-9EBD-3B10EDF0522B}"/>
              </a:ext>
            </a:extLst>
          </p:cNvPr>
          <p:cNvSpPr txBox="1"/>
          <p:nvPr/>
        </p:nvSpPr>
        <p:spPr>
          <a:xfrm>
            <a:off x="9055392" y="5675228"/>
            <a:ext cx="223315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DOCUMENTACION</a:t>
            </a:r>
          </a:p>
        </p:txBody>
      </p:sp>
    </p:spTree>
    <p:extLst>
      <p:ext uri="{BB962C8B-B14F-4D97-AF65-F5344CB8AC3E}">
        <p14:creationId xmlns:p14="http://schemas.microsoft.com/office/powerpoint/2010/main" val="2641695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Panorámica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Javier Zamarron Ramirez</cp:lastModifiedBy>
  <cp:revision>5</cp:revision>
  <dcterms:created xsi:type="dcterms:W3CDTF">2026-08-14T19:36:18Z</dcterms:created>
  <dcterms:modified xsi:type="dcterms:W3CDTF">2026-08-21T19:02:01Z</dcterms:modified>
</cp:coreProperties>
</file>